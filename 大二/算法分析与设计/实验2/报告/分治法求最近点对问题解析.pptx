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77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22.png"/><Relationship Id="rId15" Type="http://schemas.openxmlformats.org/officeDocument/2006/relationships/image" Target="../media/image21.png"/><Relationship Id="rId14" Type="http://schemas.openxmlformats.org/officeDocument/2006/relationships/image" Target="../media/image20.png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5.png"/><Relationship Id="rId15" Type="http://schemas.openxmlformats.org/officeDocument/2006/relationships/image" Target="../media/image44.png"/><Relationship Id="rId14" Type="http://schemas.openxmlformats.org/officeDocument/2006/relationships/image" Target="../media/image43.png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1" Type="http://schemas.openxmlformats.org/officeDocument/2006/relationships/image" Target="../media/image40.png"/><Relationship Id="rId10" Type="http://schemas.openxmlformats.org/officeDocument/2006/relationships/image" Target="../media/image39.png"/><Relationship Id="rId1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45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66.png"/><Relationship Id="rId6" Type="http://schemas.openxmlformats.org/officeDocument/2006/relationships/image" Target="../media/image28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25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19" Type="http://schemas.openxmlformats.org/officeDocument/2006/relationships/image" Target="../media/image45.png"/><Relationship Id="rId18" Type="http://schemas.openxmlformats.org/officeDocument/2006/relationships/image" Target="../media/image84.png"/><Relationship Id="rId17" Type="http://schemas.openxmlformats.org/officeDocument/2006/relationships/image" Target="../media/image83.png"/><Relationship Id="rId16" Type="http://schemas.openxmlformats.org/officeDocument/2006/relationships/image" Target="../media/image82.png"/><Relationship Id="rId15" Type="http://schemas.openxmlformats.org/officeDocument/2006/relationships/image" Target="../media/image81.png"/><Relationship Id="rId14" Type="http://schemas.openxmlformats.org/officeDocument/2006/relationships/image" Target="../media/image80.png"/><Relationship Id="rId13" Type="http://schemas.openxmlformats.org/officeDocument/2006/relationships/image" Target="../media/image79.png"/><Relationship Id="rId12" Type="http://schemas.openxmlformats.org/officeDocument/2006/relationships/image" Target="../media/image78.png"/><Relationship Id="rId11" Type="http://schemas.openxmlformats.org/officeDocument/2006/relationships/image" Target="../media/image77.png"/><Relationship Id="rId10" Type="http://schemas.openxmlformats.org/officeDocument/2006/relationships/image" Target="../media/image76.png"/><Relationship Id="rId1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7.png"/><Relationship Id="rId6" Type="http://schemas.openxmlformats.org/officeDocument/2006/relationships/image" Target="../media/image28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.png"/><Relationship Id="rId8" Type="http://schemas.openxmlformats.org/officeDocument/2006/relationships/image" Target="../media/image92.png"/><Relationship Id="rId7" Type="http://schemas.openxmlformats.org/officeDocument/2006/relationships/image" Target="../media/image91.png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101.png"/><Relationship Id="rId17" Type="http://schemas.openxmlformats.org/officeDocument/2006/relationships/image" Target="../media/image45.png"/><Relationship Id="rId16" Type="http://schemas.openxmlformats.org/officeDocument/2006/relationships/image" Target="../media/image100.png"/><Relationship Id="rId15" Type="http://schemas.openxmlformats.org/officeDocument/2006/relationships/image" Target="../media/image99.png"/><Relationship Id="rId14" Type="http://schemas.openxmlformats.org/officeDocument/2006/relationships/image" Target="../media/image98.png"/><Relationship Id="rId13" Type="http://schemas.openxmlformats.org/officeDocument/2006/relationships/image" Target="../media/image97.png"/><Relationship Id="rId12" Type="http://schemas.openxmlformats.org/officeDocument/2006/relationships/image" Target="../media/image96.png"/><Relationship Id="rId11" Type="http://schemas.openxmlformats.org/officeDocument/2006/relationships/image" Target="../media/image95.png"/><Relationship Id="rId10" Type="http://schemas.openxmlformats.org/officeDocument/2006/relationships/image" Target="../media/image94.png"/><Relationship Id="rId1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2.png"/><Relationship Id="rId8" Type="http://schemas.openxmlformats.org/officeDocument/2006/relationships/image" Target="../media/image45.png"/><Relationship Id="rId7" Type="http://schemas.openxmlformats.org/officeDocument/2006/relationships/image" Target="../media/image99.png"/><Relationship Id="rId6" Type="http://schemas.openxmlformats.org/officeDocument/2006/relationships/image" Target="../media/image95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3.png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png"/><Relationship Id="rId8" Type="http://schemas.openxmlformats.org/officeDocument/2006/relationships/image" Target="../media/image111.png"/><Relationship Id="rId7" Type="http://schemas.openxmlformats.org/officeDocument/2006/relationships/image" Target="../media/image110.png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5.png"/><Relationship Id="rId15" Type="http://schemas.openxmlformats.org/officeDocument/2006/relationships/image" Target="../media/image118.png"/><Relationship Id="rId14" Type="http://schemas.openxmlformats.org/officeDocument/2006/relationships/image" Target="../media/image117.png"/><Relationship Id="rId13" Type="http://schemas.openxmlformats.org/officeDocument/2006/relationships/image" Target="../media/image116.png"/><Relationship Id="rId12" Type="http://schemas.openxmlformats.org/officeDocument/2006/relationships/image" Target="../media/image115.png"/><Relationship Id="rId11" Type="http://schemas.openxmlformats.org/officeDocument/2006/relationships/image" Target="../media/image114.png"/><Relationship Id="rId10" Type="http://schemas.openxmlformats.org/officeDocument/2006/relationships/image" Target="../media/image113.png"/><Relationship Id="rId1" Type="http://schemas.openxmlformats.org/officeDocument/2006/relationships/image" Target="../media/image10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1.png"/><Relationship Id="rId6" Type="http://schemas.openxmlformats.org/officeDocument/2006/relationships/image" Target="../media/image28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Relationship Id="rId3" Type="http://schemas.openxmlformats.org/officeDocument/2006/relationships/image" Target="../media/image25.png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png"/><Relationship Id="rId8" Type="http://schemas.openxmlformats.org/officeDocument/2006/relationships/image" Target="../media/image129.png"/><Relationship Id="rId7" Type="http://schemas.openxmlformats.org/officeDocument/2006/relationships/image" Target="../media/image128.png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33.png"/><Relationship Id="rId12" Type="http://schemas.openxmlformats.org/officeDocument/2006/relationships/image" Target="../media/image45.png"/><Relationship Id="rId11" Type="http://schemas.openxmlformats.org/officeDocument/2006/relationships/image" Target="../media/image132.png"/><Relationship Id="rId10" Type="http://schemas.openxmlformats.org/officeDocument/2006/relationships/image" Target="../media/image131.png"/><Relationship Id="rId1" Type="http://schemas.openxmlformats.org/officeDocument/2006/relationships/image" Target="../media/image12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1.png"/><Relationship Id="rId8" Type="http://schemas.openxmlformats.org/officeDocument/2006/relationships/image" Target="../media/image140.png"/><Relationship Id="rId7" Type="http://schemas.openxmlformats.org/officeDocument/2006/relationships/image" Target="../media/image139.png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90.png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46.png"/><Relationship Id="rId14" Type="http://schemas.openxmlformats.org/officeDocument/2006/relationships/image" Target="../media/image145.png"/><Relationship Id="rId13" Type="http://schemas.openxmlformats.org/officeDocument/2006/relationships/image" Target="../media/image45.png"/><Relationship Id="rId12" Type="http://schemas.openxmlformats.org/officeDocument/2006/relationships/image" Target="../media/image144.png"/><Relationship Id="rId11" Type="http://schemas.openxmlformats.org/officeDocument/2006/relationships/image" Target="../media/image143.png"/><Relationship Id="rId10" Type="http://schemas.openxmlformats.org/officeDocument/2006/relationships/image" Target="../media/image142.png"/><Relationship Id="rId1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0.png"/><Relationship Id="rId6" Type="http://schemas.openxmlformats.org/officeDocument/2006/relationships/image" Target="../media/image45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3" Type="http://schemas.openxmlformats.org/officeDocument/2006/relationships/image" Target="../media/image147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3.png"/><Relationship Id="rId6" Type="http://schemas.openxmlformats.org/officeDocument/2006/relationships/image" Target="../media/image28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8.png"/><Relationship Id="rId8" Type="http://schemas.openxmlformats.org/officeDocument/2006/relationships/image" Target="../media/image157.png"/><Relationship Id="rId7" Type="http://schemas.openxmlformats.org/officeDocument/2006/relationships/image" Target="../media/image95.png"/><Relationship Id="rId6" Type="http://schemas.openxmlformats.org/officeDocument/2006/relationships/image" Target="../media/image90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67.png"/><Relationship Id="rId2" Type="http://schemas.openxmlformats.org/officeDocument/2006/relationships/image" Target="../media/image24.png"/><Relationship Id="rId19" Type="http://schemas.openxmlformats.org/officeDocument/2006/relationships/image" Target="../media/image166.png"/><Relationship Id="rId18" Type="http://schemas.openxmlformats.org/officeDocument/2006/relationships/image" Target="../media/image165.png"/><Relationship Id="rId17" Type="http://schemas.openxmlformats.org/officeDocument/2006/relationships/image" Target="../media/image99.png"/><Relationship Id="rId16" Type="http://schemas.openxmlformats.org/officeDocument/2006/relationships/image" Target="../media/image164.png"/><Relationship Id="rId15" Type="http://schemas.openxmlformats.org/officeDocument/2006/relationships/image" Target="../media/image163.png"/><Relationship Id="rId14" Type="http://schemas.openxmlformats.org/officeDocument/2006/relationships/image" Target="../media/image162.png"/><Relationship Id="rId13" Type="http://schemas.openxmlformats.org/officeDocument/2006/relationships/image" Target="../media/image161.png"/><Relationship Id="rId12" Type="http://schemas.openxmlformats.org/officeDocument/2006/relationships/image" Target="../media/image91.png"/><Relationship Id="rId11" Type="http://schemas.openxmlformats.org/officeDocument/2006/relationships/image" Target="../media/image160.png"/><Relationship Id="rId10" Type="http://schemas.openxmlformats.org/officeDocument/2006/relationships/image" Target="../media/image159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3.png"/><Relationship Id="rId8" Type="http://schemas.openxmlformats.org/officeDocument/2006/relationships/image" Target="../media/image172.png"/><Relationship Id="rId7" Type="http://schemas.openxmlformats.org/officeDocument/2006/relationships/image" Target="../media/image171.png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3" Type="http://schemas.openxmlformats.org/officeDocument/2006/relationships/image" Target="../media/image154.png"/><Relationship Id="rId2" Type="http://schemas.openxmlformats.org/officeDocument/2006/relationships/image" Target="../media/image24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45.png"/><Relationship Id="rId15" Type="http://schemas.openxmlformats.org/officeDocument/2006/relationships/image" Target="../media/image179.png"/><Relationship Id="rId14" Type="http://schemas.openxmlformats.org/officeDocument/2006/relationships/image" Target="../media/image178.png"/><Relationship Id="rId13" Type="http://schemas.openxmlformats.org/officeDocument/2006/relationships/image" Target="../media/image177.png"/><Relationship Id="rId12" Type="http://schemas.openxmlformats.org/officeDocument/2006/relationships/image" Target="../media/image176.png"/><Relationship Id="rId11" Type="http://schemas.openxmlformats.org/officeDocument/2006/relationships/image" Target="../media/image175.png"/><Relationship Id="rId10" Type="http://schemas.openxmlformats.org/officeDocument/2006/relationships/image" Target="../media/image174.png"/><Relationship Id="rId1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png"/><Relationship Id="rId8" Type="http://schemas.openxmlformats.org/officeDocument/2006/relationships/image" Target="../media/image185.png"/><Relationship Id="rId7" Type="http://schemas.openxmlformats.org/officeDocument/2006/relationships/image" Target="../media/image184.png"/><Relationship Id="rId6" Type="http://schemas.openxmlformats.org/officeDocument/2006/relationships/image" Target="../media/image55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45.png"/><Relationship Id="rId16" Type="http://schemas.openxmlformats.org/officeDocument/2006/relationships/image" Target="../media/image193.png"/><Relationship Id="rId15" Type="http://schemas.openxmlformats.org/officeDocument/2006/relationships/image" Target="../media/image192.png"/><Relationship Id="rId14" Type="http://schemas.openxmlformats.org/officeDocument/2006/relationships/image" Target="../media/image191.png"/><Relationship Id="rId13" Type="http://schemas.openxmlformats.org/officeDocument/2006/relationships/image" Target="../media/image190.png"/><Relationship Id="rId12" Type="http://schemas.openxmlformats.org/officeDocument/2006/relationships/image" Target="../media/image189.png"/><Relationship Id="rId11" Type="http://schemas.openxmlformats.org/officeDocument/2006/relationships/image" Target="../media/image188.png"/><Relationship Id="rId10" Type="http://schemas.openxmlformats.org/officeDocument/2006/relationships/image" Target="../media/image187.png"/><Relationship Id="rId1" Type="http://schemas.openxmlformats.org/officeDocument/2006/relationships/image" Target="../media/image134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7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image" Target="../media/image1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800" y="4572000"/>
            <a:ext cx="17424400" cy="130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6210300"/>
            <a:ext cx="6045200" cy="520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2600" y="7226300"/>
            <a:ext cx="30988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5981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1277600"/>
            <a:ext cx="2400300" cy="54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100" y="11988800"/>
            <a:ext cx="876300" cy="45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7100" y="127000"/>
            <a:ext cx="18249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900" y="2641600"/>
            <a:ext cx="508000" cy="609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7100" y="2641600"/>
            <a:ext cx="84455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5500" y="4699000"/>
            <a:ext cx="508000" cy="622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9000" y="4711700"/>
            <a:ext cx="70104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2800" y="6769100"/>
            <a:ext cx="508000" cy="622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91700" y="6781800"/>
            <a:ext cx="64897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32800" y="8851900"/>
            <a:ext cx="508000" cy="609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04400" y="8864600"/>
            <a:ext cx="69723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2800" y="10922000"/>
            <a:ext cx="508000" cy="622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79000" y="10934700"/>
            <a:ext cx="69977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4236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5219700"/>
            <a:ext cx="12509500" cy="213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7467600"/>
            <a:ext cx="7404100" cy="48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2100" y="127000"/>
            <a:ext cx="9994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900" y="127000"/>
            <a:ext cx="9944100" cy="1346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9309100"/>
            <a:ext cx="6096000" cy="45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184900"/>
            <a:ext cx="22225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2300" y="6908800"/>
            <a:ext cx="7112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100" y="8572500"/>
            <a:ext cx="21082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6300" y="6184900"/>
            <a:ext cx="2222500" cy="227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36400" y="6896100"/>
            <a:ext cx="711200" cy="889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7900" y="8572500"/>
            <a:ext cx="21336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6400" y="9309100"/>
            <a:ext cx="5816600" cy="45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8500" y="6184900"/>
            <a:ext cx="22225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65900" y="6896100"/>
            <a:ext cx="7112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92800" y="8572500"/>
            <a:ext cx="21336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751300" y="9309100"/>
            <a:ext cx="5816600" cy="914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5308600"/>
            <a:ext cx="10617200" cy="2679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5854700"/>
            <a:ext cx="15748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600" y="6324600"/>
            <a:ext cx="5588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0800" y="5829300"/>
            <a:ext cx="31496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100" y="6527800"/>
            <a:ext cx="75057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800" y="8369300"/>
            <a:ext cx="10744200" cy="280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89154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800" y="9385300"/>
            <a:ext cx="558800" cy="67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7500" y="8890000"/>
            <a:ext cx="26416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2100" y="9613900"/>
            <a:ext cx="7759700" cy="520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0" y="5308600"/>
            <a:ext cx="10617200" cy="267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4600" y="5854700"/>
            <a:ext cx="1574800" cy="157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0" y="6311900"/>
            <a:ext cx="558800" cy="685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129000" y="5829300"/>
            <a:ext cx="3149600" cy="571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24000" y="6540500"/>
            <a:ext cx="6959600" cy="469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4236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5219700"/>
            <a:ext cx="12560300" cy="213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7543800"/>
            <a:ext cx="5791200" cy="48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2100" y="127000"/>
            <a:ext cx="9994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900" y="127000"/>
            <a:ext cx="9944100" cy="1346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5308600"/>
            <a:ext cx="10629900" cy="2679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00" y="5854700"/>
            <a:ext cx="15748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6324600"/>
            <a:ext cx="5588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200" y="5829300"/>
            <a:ext cx="26416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9200" y="6540500"/>
            <a:ext cx="42799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800" y="8369300"/>
            <a:ext cx="10756900" cy="280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600" y="89154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25700" y="9385300"/>
            <a:ext cx="558800" cy="67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9200" y="8890000"/>
            <a:ext cx="26416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59200" y="9613900"/>
            <a:ext cx="4292600" cy="457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82500" y="5308600"/>
            <a:ext cx="10629900" cy="267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890500" y="5854700"/>
            <a:ext cx="1574800" cy="157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423900" y="6311900"/>
            <a:ext cx="558800" cy="685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782800" y="5816600"/>
            <a:ext cx="3632200" cy="571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757400" y="6527800"/>
            <a:ext cx="4876800" cy="533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4236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5219700"/>
            <a:ext cx="125476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200" y="6870700"/>
            <a:ext cx="4152900" cy="48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2100" y="127000"/>
            <a:ext cx="9994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900" y="127000"/>
            <a:ext cx="9944100" cy="1346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842000"/>
            <a:ext cx="3937000" cy="52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029200"/>
            <a:ext cx="3771900" cy="54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500" y="8445500"/>
            <a:ext cx="7112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8534400"/>
            <a:ext cx="457200" cy="55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4191000"/>
            <a:ext cx="2133600" cy="571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9601200"/>
            <a:ext cx="40767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" y="8763000"/>
            <a:ext cx="4165600" cy="482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400" y="8445500"/>
            <a:ext cx="7112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40800" y="8534400"/>
            <a:ext cx="4572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0" y="7962900"/>
            <a:ext cx="2108200" cy="571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830800" y="6364605"/>
            <a:ext cx="3543300" cy="457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449800" y="5410200"/>
            <a:ext cx="3771900" cy="482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6300" y="8445500"/>
            <a:ext cx="711200" cy="71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268700" y="8534400"/>
            <a:ext cx="457200" cy="571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211800" y="4419600"/>
            <a:ext cx="21590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219200" y="1295400"/>
            <a:ext cx="385572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切分方法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5800" y="4419600"/>
            <a:ext cx="7562215" cy="43103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8445500"/>
            <a:ext cx="7112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8534400"/>
            <a:ext cx="457200" cy="558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400" y="8445500"/>
            <a:ext cx="7112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0800" y="8534400"/>
            <a:ext cx="457200" cy="558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6300" y="8445500"/>
            <a:ext cx="711200" cy="71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68700" y="8534400"/>
            <a:ext cx="457200" cy="571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300990" y="1295400"/>
            <a:ext cx="569214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中间合并处理</a:t>
            </a:r>
            <a:endParaRPr lang="zh-CN" altLang="en-US" sz="72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3600" y="3804920"/>
            <a:ext cx="4921250" cy="576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1461135" y="10792460"/>
            <a:ext cx="7579995" cy="2167890"/>
          </a:xfrm>
          <a:prstGeom prst="rect">
            <a:avLst/>
          </a:prstGeom>
        </p:spPr>
        <p:txBody>
          <a:bodyPr>
            <a:no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3200">
                <a:latin typeface="Calibri" panose="020F0502020204030204"/>
                <a:ea typeface="宋体" panose="02010600030101010101" pitchFamily="2" charset="-122"/>
              </a:rPr>
              <a:t> </a:t>
            </a:r>
            <a:r>
              <a:rPr lang="zh-CN" altLang="en-US" sz="3200">
                <a:latin typeface="Calibri" panose="020F0502020204030204"/>
                <a:ea typeface="宋体" panose="02010600030101010101" pitchFamily="2" charset="-122"/>
              </a:rPr>
              <a:t>对中间区域的点按</a:t>
            </a:r>
            <a:r>
              <a:rPr lang="en-US" altLang="zh-CN" sz="3200">
                <a:latin typeface="Calibri" panose="020F0502020204030204"/>
                <a:ea typeface="Calibri" panose="020F0502020204030204"/>
              </a:rPr>
              <a:t>y </a:t>
            </a:r>
            <a:r>
              <a:rPr lang="zh-CN" altLang="en-US" sz="3200">
                <a:latin typeface="Calibri" panose="020F0502020204030204"/>
                <a:ea typeface="宋体" panose="02010600030101010101" pitchFamily="2" charset="-122"/>
              </a:rPr>
              <a:t>坐标排序，只检查每个点的 </a:t>
            </a:r>
            <a:r>
              <a:rPr lang="en-US" altLang="zh-CN" sz="3200">
                <a:latin typeface="Calibri" panose="020F0502020204030204"/>
                <a:ea typeface="Calibri" panose="020F0502020204030204"/>
              </a:rPr>
              <a:t>7 </a:t>
            </a:r>
            <a:r>
              <a:rPr lang="zh-CN" altLang="en-US" sz="3200">
                <a:latin typeface="Calibri" panose="020F0502020204030204"/>
                <a:ea typeface="宋体" panose="02010600030101010101" pitchFamily="2" charset="-122"/>
              </a:rPr>
              <a:t>个相邻点（优化）</a:t>
            </a:r>
            <a:endParaRPr lang="zh-CN" altLang="en-US" sz="32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3200">
              <a:latin typeface="Calibri" panose="020F0502020204030204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latin typeface="Calibri" panose="020F0502020204030204"/>
                <a:ea typeface="宋体" panose="02010600030101010101" pitchFamily="2" charset="-122"/>
              </a:rPr>
              <a:t>此时检查的总时间复杂度为</a:t>
            </a:r>
            <a:r>
              <a:rPr lang="en-US" altLang="zh-CN" sz="3200">
                <a:latin typeface="Calibri" panose="020F0502020204030204"/>
                <a:ea typeface="Calibri" panose="020F0502020204030204"/>
              </a:rPr>
              <a:t>O(7n)=O(n)</a:t>
            </a:r>
            <a:endParaRPr lang="en-US" altLang="zh-CN" sz="3200">
              <a:latin typeface="Calibri" panose="020F0502020204030204"/>
              <a:ea typeface="Calibri" panose="020F0502020204030204"/>
            </a:endParaRPr>
          </a:p>
        </p:txBody>
      </p:sp>
      <p:pic>
        <p:nvPicPr>
          <p:cNvPr id="21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5200" y="2514600"/>
            <a:ext cx="4838700" cy="69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/>
          <p:cNvSpPr txBox="1"/>
          <p:nvPr/>
        </p:nvSpPr>
        <p:spPr>
          <a:xfrm>
            <a:off x="16535400" y="3429000"/>
            <a:ext cx="5080000" cy="70491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将矩形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R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的长为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2d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的边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等分，将它的长为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d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的边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等分，由此导出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(d/2)×(2d/3)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的矩形</a:t>
            </a:r>
            <a:endParaRPr lang="zh-CN" altLang="en-US" sz="32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sz="3200" b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若矩形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R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中有多于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6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中的点，则由鸽舍原理易知至少有一个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(d/2)×(2d/3)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的小矩形中有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个以上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中的点。设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u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v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是位于同一小矩形中的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个点，则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distance(u,v)&lt;d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。这与</a:t>
            </a:r>
            <a:r>
              <a:rPr lang="en-US" altLang="zh-CN" sz="3200" b="0">
                <a:latin typeface="Times New Roman" panose="02020603050405020304"/>
                <a:ea typeface="宋体" panose="02010600030101010101" pitchFamily="2" charset="-122"/>
              </a:rPr>
              <a:t>d</a:t>
            </a:r>
            <a:r>
              <a:rPr lang="zh-CN" altLang="en-US" sz="3200" b="0">
                <a:latin typeface="宋体" panose="02010600030101010101" pitchFamily="2" charset="-122"/>
                <a:ea typeface="宋体" panose="02010600030101010101" pitchFamily="2" charset="-122"/>
              </a:rPr>
              <a:t>的意义相矛盾</a:t>
            </a:r>
            <a:r>
              <a:rPr lang="zh-CN" altLang="en-US" sz="1600" b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4140200"/>
            <a:ext cx="21463000" cy="2527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5156200"/>
            <a:ext cx="546100" cy="660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6500" y="4648200"/>
            <a:ext cx="4673600" cy="57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200" y="5372100"/>
            <a:ext cx="4673600" cy="45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0" y="9677400"/>
            <a:ext cx="21463000" cy="2527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5700" y="7962900"/>
            <a:ext cx="546100" cy="673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0" y="10439400"/>
            <a:ext cx="41402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46500" y="11201400"/>
            <a:ext cx="4889500" cy="457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6070" y="6934200"/>
            <a:ext cx="21463000" cy="2527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25700" y="10769600"/>
            <a:ext cx="546100" cy="685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86200" y="7435215"/>
            <a:ext cx="41656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86200" y="8293100"/>
            <a:ext cx="4889500" cy="45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4236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5219700"/>
            <a:ext cx="12522200" cy="213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7772400"/>
            <a:ext cx="4165600" cy="48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2100" y="127000"/>
            <a:ext cx="9994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900" y="127000"/>
            <a:ext cx="9944100" cy="1346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4876800"/>
            <a:ext cx="3924300" cy="266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5245100"/>
            <a:ext cx="3149600" cy="571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600" y="5969000"/>
            <a:ext cx="5041900" cy="45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0500" y="7378700"/>
            <a:ext cx="3924300" cy="266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5900" y="7747000"/>
            <a:ext cx="36576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300" y="8470900"/>
            <a:ext cx="5549900" cy="50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9893300"/>
            <a:ext cx="3924300" cy="266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5900" y="10261600"/>
            <a:ext cx="36449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5900" y="10985500"/>
            <a:ext cx="5435600" cy="457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72800" y="3048000"/>
            <a:ext cx="8229600" cy="80105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6165" y="-1599565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8200"/>
            <a:ext cx="24130000" cy="929576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500" y="9194800"/>
            <a:ext cx="711200" cy="711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9359900"/>
            <a:ext cx="355600" cy="41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10922000"/>
            <a:ext cx="4673600" cy="571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11868150"/>
            <a:ext cx="6121400" cy="914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4300" y="9194800"/>
            <a:ext cx="711200" cy="711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0" y="9359900"/>
            <a:ext cx="355600" cy="41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0" y="10972800"/>
            <a:ext cx="4673600" cy="571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0" y="11874500"/>
            <a:ext cx="6045200" cy="495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48100" y="9194800"/>
            <a:ext cx="711200" cy="7112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51300" y="9359900"/>
            <a:ext cx="355600" cy="431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68800" y="10944225"/>
            <a:ext cx="3683000" cy="571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02000" y="11811000"/>
            <a:ext cx="6032500" cy="9271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4"/>
          <a:srcRect l="2322"/>
          <a:stretch>
            <a:fillRect/>
          </a:stretch>
        </p:blipFill>
        <p:spPr>
          <a:xfrm>
            <a:off x="3886200" y="2553970"/>
            <a:ext cx="7334250" cy="722503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011400" y="3886200"/>
            <a:ext cx="7453630" cy="5756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6477000"/>
            <a:ext cx="3175000" cy="571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7620000"/>
            <a:ext cx="4673600" cy="457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5800" y="2438400"/>
            <a:ext cx="15219680" cy="8625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142367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5219700"/>
            <a:ext cx="12560300" cy="2146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8839200"/>
            <a:ext cx="4991100" cy="482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2100" y="127000"/>
            <a:ext cx="9994900" cy="134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12900" y="127000"/>
            <a:ext cx="9944100" cy="1346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0500" y="10947400"/>
            <a:ext cx="4292600" cy="45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00" y="10299700"/>
            <a:ext cx="4191000" cy="52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0500" y="9448800"/>
            <a:ext cx="7112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9550400"/>
            <a:ext cx="457200" cy="558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0" y="9537700"/>
            <a:ext cx="5181600" cy="57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1300" y="5207000"/>
            <a:ext cx="4165600" cy="4165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7900" y="10947400"/>
            <a:ext cx="4673600" cy="457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8700" y="10299700"/>
            <a:ext cx="4597400" cy="52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400" y="9448800"/>
            <a:ext cx="7112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40800" y="9537700"/>
            <a:ext cx="4572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26600" y="9537700"/>
            <a:ext cx="51816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20300" y="5118100"/>
            <a:ext cx="4343400" cy="4343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208500" y="10947400"/>
            <a:ext cx="4660900" cy="457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449800" y="10287000"/>
            <a:ext cx="4165600" cy="482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16300" y="9448800"/>
            <a:ext cx="711200" cy="711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68700" y="9537700"/>
            <a:ext cx="457200" cy="571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462500" y="9537700"/>
            <a:ext cx="4165600" cy="571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348200" y="5118100"/>
            <a:ext cx="4343400" cy="4343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5700" y="9309100"/>
            <a:ext cx="4673600" cy="45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6184900"/>
            <a:ext cx="22225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2300" y="6908800"/>
            <a:ext cx="7112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700" y="8572500"/>
            <a:ext cx="36703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6300" y="6184900"/>
            <a:ext cx="2222500" cy="2273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36400" y="6896100"/>
            <a:ext cx="711200" cy="889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8600" y="8572500"/>
            <a:ext cx="3657600" cy="571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400" y="9309100"/>
            <a:ext cx="5054600" cy="469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8500" y="6184900"/>
            <a:ext cx="22225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265900" y="6896100"/>
            <a:ext cx="711200" cy="901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097500" y="8572500"/>
            <a:ext cx="3124200" cy="571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32300" y="9309100"/>
            <a:ext cx="5054600" cy="45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2806700"/>
            <a:ext cx="24130000" cy="10782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5308600"/>
            <a:ext cx="10617200" cy="2679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5854700"/>
            <a:ext cx="1574800" cy="157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0600" y="6324600"/>
            <a:ext cx="558800" cy="67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5816600"/>
            <a:ext cx="5194300" cy="571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7800" y="6540500"/>
            <a:ext cx="5435600" cy="457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0800" y="8369300"/>
            <a:ext cx="10744200" cy="2806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8915400"/>
            <a:ext cx="1574800" cy="157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800" y="9385300"/>
            <a:ext cx="558800" cy="673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27500" y="8890000"/>
            <a:ext cx="5181600" cy="57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6800" y="9613900"/>
            <a:ext cx="6197600" cy="46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82500" y="5308600"/>
            <a:ext cx="10617200" cy="2679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4600" y="5854700"/>
            <a:ext cx="1574800" cy="1574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08000" y="6311900"/>
            <a:ext cx="558800" cy="685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621000" y="5816600"/>
            <a:ext cx="4191000" cy="571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379700" y="6540500"/>
            <a:ext cx="4660900" cy="457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7000" y="127000"/>
            <a:ext cx="24130000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6200"/>
            <a:ext cx="24231600" cy="135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27000"/>
            <a:ext cx="24130000" cy="1346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200" y="4457700"/>
            <a:ext cx="21285200" cy="1231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900" y="6235700"/>
            <a:ext cx="1943100" cy="52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5000" y="7213600"/>
            <a:ext cx="30988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WPS 演示</Application>
  <PresentationFormat>On-screen Show (4:3)</PresentationFormat>
  <Paragraphs>12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Times New Roman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WPS_1709386352</cp:lastModifiedBy>
  <cp:revision>4</cp:revision>
  <dcterms:created xsi:type="dcterms:W3CDTF">2006-08-16T00:00:00Z</dcterms:created>
  <dcterms:modified xsi:type="dcterms:W3CDTF">2025-04-09T14:48:50Z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DB9F913E23514BFFA88E1C02D3625E26_12</vt:lpwstr>
  </property>
  <property fmtid="{D5CDD505-2E9C-101B-9397-08002B2CF9AE}" pid="3" name="KSOProductBuildVer">
    <vt:lpwstr>2052-12.1.0.20305</vt:lpwstr>
  </property>
</Properties>
</file>